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0.9467408585055644</c:v>
                </c:pt>
                <c:pt idx="1">
                  <c:v>0.8958664546899842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0.8333333333333334</c:v>
                </c:pt>
                <c:pt idx="1">
                  <c:v>0.7777777777777778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CGPA is the strongest predictor (coefficient 2.24), then internships (0.69). Skill features are weak because skills were imputed, so the high AUC is not evidence that skills predict 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Bugs fixed: answer key missed soft skills and overlaps double-counted; Airflow overwrote real data; 15 postings rejected by Elasticsearch because a missing company was sent as NaN; dashboard crashed on models trained in Airflow (scikit-learn version mismatch); unpinned Elasticsearch client v9 couldn't talk to the v8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SkillBridge Analytics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Big-Data Pipeline for Skill-Gap Analysis and Campus Placement Prediction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— Project Evaluation</a:t>
            </a:r>
            <a:endParaRPr lang="en-US" sz="1800" dirty="0"/>
          </a:p>
        </p:txBody>
      </p:sp>
      <p:pic>
        <p:nvPicPr>
          <p:cNvPr id="7" name="Image 1" descr="NMIMS School of Technology Management &amp; Engineering, Hyderab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087368"/>
            <a:ext cx="3493008" cy="914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858768" y="4005072"/>
            <a:ext cx="45720" cy="10058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hape 5"/>
          <p:cNvSpPr/>
          <p:nvPr/>
        </p:nvSpPr>
        <p:spPr>
          <a:xfrm>
            <a:off x="6035040" y="4005072"/>
            <a:ext cx="45720" cy="10058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Text 6"/>
          <p:cNvSpPr/>
          <p:nvPr/>
        </p:nvSpPr>
        <p:spPr>
          <a:xfrm>
            <a:off x="4041648" y="4069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G. Vikram  -  D022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L. Jahnavy  -  D023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K. Janshi  -  D064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Anshi Bajaj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463040"/>
            <a:ext cx="4069080" cy="3200400"/>
          </a:xfrm>
          <a:prstGeom prst="roundRect">
            <a:avLst>
              <a:gd name="adj" fmla="val 2286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96596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spot at-risk students late, one by one, by intuition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advice is based on last year's recruiters, not today's market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list required skills — but as unstructured text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404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job-posting text tell each student what to learn, and tell staff who needs help first?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069080" cy="3200400"/>
          </a:xfrm>
          <a:prstGeom prst="roundRect">
            <a:avLst>
              <a:gd name="adj" fmla="val 2286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92040" y="2011680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920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011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from free-text job postings (NLP)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92040" y="2523744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9204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523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alignment with market demand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92040" y="3035808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920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49240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placement probability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3547872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920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349240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gaps, risk tiers, what-if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892040" y="4059936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89204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349240" y="40599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Airflow, Elasticsearch, S3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Data &amp; Tech Stack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9" name="Image 1" descr="Tech stack 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8" y="1417320"/>
            <a:ext cx="3910764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0" y="146304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1208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(Kaggle)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215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21208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real placement outcomes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1,500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job postings sampled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21208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(validation)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212080" y="320040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postings + 200 students with known skills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exact precision/recall for the NLP extractor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has no skill list → imputed from specialisation (a stated limitation)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Project Flow (Architecture)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9" name="Image 1" descr="Project 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07" y="1417320"/>
            <a:ext cx="6225187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20840" y="146304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1938528"/>
            <a:ext cx="1874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data (synthetic fallback)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with spaCy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features: demand, alignment, gaps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pick best model by AUC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runs all four in order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Methodology &amp; Results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938528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NER: spaCy PhraseMatcher, ~150 skills in 8 categories; precision 99.2%, recall 99.7%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d(s) = share of postings asking for skill 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= demand covered by the student's skills ÷ total demand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→ logistic regression vs XGBoost, 75/25 stratified split, best ROC AUC kept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0.947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(real data)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83.3%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(real data)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0.896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 (not selected)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480560" y="2331720"/>
          <a:ext cx="4343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Scenario: Helping Student S0001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9" name="Image 1" descr="Scenario 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6" y="1417320"/>
            <a:ext cx="7075708" cy="3017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opens the student → model scores 85.6% (On track) → what-if adds Agile + C → Elasticsearch finds matching jobs → cohort list shows 50 at-risk students to help first.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Live System: Dashboard &amp; Airflow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9" name="Image 1" descr="Student 36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2286000" cy="1428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360</a:t>
            </a:r>
            <a:endParaRPr lang="en-US" sz="1050" dirty="0"/>
          </a:p>
        </p:txBody>
      </p:sp>
      <p:pic>
        <p:nvPicPr>
          <p:cNvPr id="11" name="Image 2" descr="What-if sim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17320"/>
            <a:ext cx="2286000" cy="14287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918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050" dirty="0"/>
          </a:p>
        </p:txBody>
      </p:sp>
      <p:pic>
        <p:nvPicPr>
          <p:cNvPr id="13" name="Image 3" descr="Cohort analytic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081528"/>
            <a:ext cx="2286000" cy="142875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65760" y="4517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analytics</a:t>
            </a:r>
            <a:endParaRPr lang="en-US" sz="1050" dirty="0"/>
          </a:p>
        </p:txBody>
      </p:sp>
      <p:pic>
        <p:nvPicPr>
          <p:cNvPr id="15" name="Image 4" descr="Airflow DAG — all tasks g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81528"/>
            <a:ext cx="2286000" cy="14287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291840" y="4517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— all tasks green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172200" y="14630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35508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355080" y="193852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gauge, risk tier and skill radar per student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What-if: change CGPA or skills, see the effect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view: who to help first, downloadable list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from 1,500 real postings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pipeline: 4 tasks, ~33 s per run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Development Flow &amp; Testing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pic>
        <p:nvPicPr>
          <p:cNvPr id="9" name="Image 1" descr="Development 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050" y="1371600"/>
            <a:ext cx="6259901" cy="269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31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 on real data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2496312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496312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and fixed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84.5→99.2%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precision after fixes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757416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1,500/1,500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757416" y="4416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indexed in Elasticsearch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Limitations, Future Work &amp; Conclusion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Analytics  ·  NMIMS STME, Hyderabad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9659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student skills were imputed, not recorded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misses new or unusual skill names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not split by region or seniority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19659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student skills via upload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skill-NER on annotated postings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Delta Lake for larger volumes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full placement season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AEA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9659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end to end on real data: AUC 0.947, accuracy 83.3%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big-data stack: Kafka, Airflow, Elasticsearch, S3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limits; 31 tests guard it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github.com/Vikram5002/Equilearn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3080" y="18288"/>
            <a:ext cx="736092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83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VKM's NMIM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" y="118872"/>
            <a:ext cx="1499616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0000"/>
                </a:solidFill>
                <a:latin typeface="Cooper Black" pitchFamily="34" charset="0"/>
                <a:ea typeface="Cooper Black" pitchFamily="34" charset="-122"/>
                <a:cs typeface="Cooper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pic>
        <p:nvPicPr>
          <p:cNvPr id="7" name="Image 1" descr="NMIMS School of Technology Management &amp; Engineering, Hyderab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087368"/>
            <a:ext cx="3493008" cy="914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858768" y="4005072"/>
            <a:ext cx="45720" cy="10058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hape 5"/>
          <p:cNvSpPr/>
          <p:nvPr/>
        </p:nvSpPr>
        <p:spPr>
          <a:xfrm>
            <a:off x="6035040" y="4005072"/>
            <a:ext cx="45720" cy="100584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Text 6"/>
          <p:cNvSpPr/>
          <p:nvPr/>
        </p:nvSpPr>
        <p:spPr>
          <a:xfrm>
            <a:off x="4041648" y="4069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G. Vikram  -  D022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L. Jahnavy  -  D023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K. Janshi  -  D064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Anshi Bajaj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5001768"/>
            <a:ext cx="9144000" cy="100584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Analytics — Project Evaluation</dc:title>
  <dc:subject>PptxGenJS Presentation</dc:subject>
  <dc:creator>G. Vikram, L. Jahnavy, K. Janshi</dc:creator>
  <cp:lastModifiedBy>G. Vikram, L. Jahnavy, K. Janshi</cp:lastModifiedBy>
  <cp:revision>1</cp:revision>
  <dcterms:created xsi:type="dcterms:W3CDTF">2026-10-21T05:32:47Z</dcterms:created>
  <dcterms:modified xsi:type="dcterms:W3CDTF">2026-10-21T05:32:47Z</dcterms:modified>
</cp:coreProperties>
</file>